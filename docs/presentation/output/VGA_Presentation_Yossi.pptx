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• שעון הפיקסל מנהל את קצב הסריקה של קרן האלקטרונים על המסך.</a:t>
            </a:r>
          </a:p>
          <a:p>
            <a:pPr algn="r" rtl="1">
              <a:defRPr sz="1800"/>
            </a:pPr>
            <a:r>
              <a:t>• אותות הסנכרון שולטים בסלילי ההטיה המכוונים את מיקום הקרן.</a:t>
            </a:r>
          </a:p>
          <a:p>
            <a:pPr algn="r" rtl="1">
              <a:defRPr sz="1800"/>
            </a:pPr>
            <a:r>
              <a:t>• באזור תצוגה פעיל, הלוגיקה משחררת את נתוני ה-RGB לתותחי האלקטרונים.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114800" cy="32722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תזמונים ורזולוציה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400"/>
              </a:spcAft>
              <a:defRPr sz="2000"/>
            </a:pPr>
            <a:r>
              <a:t>• עבודה ברזולוציה של 640 על 480 פיקסלים.</a:t>
            </a:r>
          </a:p>
          <a:p>
            <a:pPr algn="r" rtl="1">
              <a:spcAft>
                <a:spcPts val="1400"/>
              </a:spcAft>
              <a:defRPr sz="2000"/>
            </a:pPr>
            <a:r>
              <a:t>• קצב רענון של 60 הרץ.</a:t>
            </a:r>
          </a:p>
          <a:p>
            <a:pPr algn="r" rtl="1">
              <a:spcAft>
                <a:spcPts val="1400"/>
              </a:spcAft>
              <a:defRPr sz="2000"/>
            </a:pPr>
            <a:r>
              <a:t>• דורש שעון פיקסל (Pixel Clock) בתדר של 25 מגה-הרץ.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מונים וסריקה קווית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400"/>
              </a:spcAft>
              <a:defRPr sz="2000"/>
            </a:pPr>
            <a:r>
              <a:t>• סריקה אופקית (שורה): מונה ה-Horizontal סופר 800 מחזורים. רק 640 מתוכם הם תצוגה, והשאר מוקדשים להחשכה (Blanking) ולסנכרון השורה.</a:t>
            </a:r>
          </a:p>
          <a:p>
            <a:pPr algn="r" rtl="1">
              <a:spcAft>
                <a:spcPts val="1400"/>
              </a:spcAft>
              <a:defRPr sz="2000"/>
            </a:pPr>
            <a:r>
              <a:t>• סריקה אנכית (פרקים): מונה ה-Vertical סופר 521 שורות, מתוכן 480 פעילות. בסיום, אות הסנכרון (VSYNC) מחזיר את הקרן לראש המסך.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מנגנון השתקה וחיבור ל-BRAM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400"/>
              </a:spcAft>
              <a:defRPr sz="2000"/>
            </a:pPr>
            <a:r>
              <a:t>• מנגנון ההשתקה ב-RTL: מחוץ לאזור התצוגה הפעיל, בקר ال-VGA מאלץ את הצבעים להיות אפס (שחור).</a:t>
            </a:r>
          </a:p>
          <a:p>
            <a:pPr algn="r" rtl="1">
              <a:spcAft>
                <a:spcPts val="1400"/>
              </a:spcAft>
              <a:defRPr sz="2000"/>
            </a:pPr>
            <a:r>
              <a:t>• ניהול זיכרון: נתוני הפיקסל נמשכים מזיכרון ה-BRAM אך ורק כאשר הקרן נמצאה באזור המורשה (האזור הפעיל).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
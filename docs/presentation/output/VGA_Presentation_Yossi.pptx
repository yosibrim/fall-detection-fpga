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המבוא: מהעולם האנלוגי ללוגיקה הדיגיטלית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1. המסע הפיזיקלי (Macroscopic): הבנת דרישות ה-VGA הקלאסי - סריקה, זמני החשכה (Blanking) והמרה אנלוגית (DAC).</a:t>
            </a:r>
          </a:p>
          <a:p>
            <a:pPr algn="r" rtl="1">
              <a:defRPr sz="1600"/>
            </a:pPr>
            <a:r>
              <a:t>• 2. רמת המערכת (Board Level): מיפוי השחקנים על הלוח – סנכרון השעונים, קליטת המצלמה, וה-BRAM כגשר בין העולמות.</a:t>
            </a:r>
          </a:p>
          <a:p>
            <a:pPr algn="r" rtl="1">
              <a:defRPr sz="1600"/>
            </a:pPr>
            <a:r>
              <a:t>• 3. מיקרו-ארכיטקטורה (RTL): פיצול בקר ה-VGA לשני תהליכים מקבילים – מחולל תזמונים (vga_sync) ומחולל פיקסלים (RGB).</a:t>
            </a:r>
          </a:p>
          <a:p>
            <a:pPr algn="r" rtl="1">
              <a:defRPr sz="1600"/>
            </a:pPr>
            <a:r>
              <a:t>• 4. ולידציה והוכחת התכן (Verification): השלב הבא – אימות הלוגיקה הפנימית באמצעות סימולציות (ModelSim/Vivado).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0000"/>
                </a:solidFill>
              </a:defRPr>
            </a:pPr>
            <a:r>
              <a:t>[שגיאה: התמונה לא נמצאה בנתיב: docs\presentation_x0007_ssets</a:t>
            </a:r>
            <a:br/>
            <a:r>
              <a:t>ga_fpga_top_architecture.png]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2141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
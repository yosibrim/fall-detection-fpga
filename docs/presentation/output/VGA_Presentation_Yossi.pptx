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מהו פרוטוקול VGA?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>
              <a:defRPr sz="1600"/>
            </a:pPr>
            <a:r>
              <a:t>הפרוטוקול מבוסס על סריקה קווית (raster scan) משמאל לימין ומלמעלה למטה.</a:t>
            </a:r>
            <a:br/>
            <a:r>
              <a:t>נתוני הצבע משודרים אך ורק באזור הפעיל (active video) ומלווים באותות סינכרון.</a:t>
            </a:r>
          </a:p>
        </p:txBody>
      </p:sp>
      <p:pic>
        <p:nvPicPr>
          <p:cNvPr id="4" name="Picture 3" descr="vga_raster_scan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43200"/>
            <a:ext cx="5486400" cy="5373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</a:t>
            </a:r>
          </a:p>
          <a:p>
            <a:r>
              <a:t>מהלוגיקה האנלוגית לדיגיטלית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• שעון הפיקסל מנהל את קצב הסריקה של קרן האלקטרונים על המסך.</a:t>
            </a:r>
          </a:p>
          <a:p>
            <a:pPr algn="r" rtl="1">
              <a:defRPr sz="1800"/>
            </a:pPr>
            <a:r>
              <a:t>• אותות הסנכרון שולטים בסלילי ההטיה המכוונים את מיקום הקרן.</a:t>
            </a:r>
          </a:p>
          <a:p>
            <a:pPr algn="r" rtl="1">
              <a:defRPr sz="1800"/>
            </a:pPr>
            <a:r>
              <a:t>• באזור תצוגה פעיל, הלוגיקה משחררת את נתוני ה-RGB לתותחי האלקטרונים.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114800" cy="32722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תזמונים ומונים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0" y="1371600"/>
            <a:ext cx="393192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עבודה ברזולוציה של 640 על 480 פיקסלים ב-60 הרץ.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דורש שעון פיקסל (Pixel Clock) בתדר של 25.175 מגה-הרץ.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בלוקי ה-Horiz וה-Vert מממשים את חלוקת הפרוטוקול ל-Active, Front Porch, Sync ו-Back Porch.</a:t>
            </a:r>
          </a:p>
        </p:txBody>
      </p:sp>
      <p:pic>
        <p:nvPicPr>
          <p:cNvPr id="4" name="Picture 3" descr="vga_counters_logic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023360" cy="1578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מונים וסריקה קווית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סריקה אופקית (שורה): מונה ה-Horizontal סופר 800 מחזורים. רק 640 מתוכם הם תצוגה, והשאר מוקדשים להחשכה (Blanking) ולסנכרון השורה.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סריקה אנכית (פרקים): מונה ה-Vertical סופר 521 שורות, מתוכן 480 פעילות. בסיום, אות הסנכרון (VSYNC) מחזיר את הקרן לראש המסך.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מנגנון השתקה וחיבור ל-BRAM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מנגנון ההשתקה ב-RTL: מחוץ לאזור התצוגה הפעיל, בקר ال-VGA מאלץ את הצבעים להיות אפס (שחור).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ניהול זיכרון: נתוני הפיקסל נמשכים מזיכרון ה-BRAM אך ורק כאשר הקרן נמצאה באזור המורשה (האזור הפעיל).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
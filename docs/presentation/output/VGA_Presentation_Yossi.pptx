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לאימות התקן: מחזור שורה שלם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שלב ב' - מהדיגיטל לפיזיקה: לאחר שהוכחנו את אמינות שליפת הנתונים מהזיכרון, כעת נוכיח שהחומרה מייצרת את התזמונים הפיזיים הנדרשים בתקן ה-VGA.</a:t>
            </a:r>
          </a:p>
          <a:p>
            <a:pPr algn="r" rtl="1">
              <a:defRPr sz="1600"/>
            </a:pPr>
            <a:r>
              <a:t>• מפת הדרכים (Macro to Micro): נתחיל ממבט-על של שורת מסך שלמה, ונצלול בהדרגה לניתוח האזורים הפעילים, זמני ההמתנה (Porches) ודופק הסנכרון.</a:t>
            </a:r>
          </a:p>
          <a:p>
            <a:pPr algn="r" rtl="1">
              <a:defRPr sz="1600"/>
            </a:pPr>
            <a:r>
              <a:t>• הוכחת מחזור השורה: התקן דורש 800 מחזורי שעון. מונה ה-hsync_reg סופר 0-799 במדויק, ומדידת הסמנים מוכיחה דלתא של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ליבת התצוגה: אימות האזור הפעיל (Tdisp)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תזמון הנתונים: מתוך כלל מחזור השורה, מוקצים בדיוק 640 מחזורי שעון לציור הפיקסלים (25.6us).</a:t>
            </a:r>
          </a:p>
          <a:p>
            <a:pPr algn="r" rtl="1">
              <a:defRPr sz="1600"/>
            </a:pPr>
            <a:r>
              <a:t>• דגל הבקרה: האות in_display_area עולה ל-'1' ומאפשר את שליפת הנתונים רק בטווח המורשה.</a:t>
            </a:r>
          </a:p>
          <a:p>
            <a:pPr algn="r" rtl="1">
              <a:defRPr sz="1600"/>
            </a:pPr>
            <a:r>
              <a:t>• מונה הפיקסלים הפעיל: המונה display_x סופר במדויק מ-0 ועד 639. לאורך כל החלון הזה, יציאות ה-RGB פולטות נתונים אקטיביים למסך.</a:t>
            </a:r>
          </a:p>
        </p:txBody>
      </p:sp>
      <p:pic>
        <p:nvPicPr>
          <p:cNvPr id="4" name="Picture 3" descr="modelsim_active_display_t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843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שוליים (Porches)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משמעות ה'זמנים המתים': ה-Front Porch (16 שעונים) וה-Back Porch (48 שעונים) נועדו לייצוב תנועת הקרן.</a:t>
            </a:r>
          </a:p>
          <a:p>
            <a:pPr algn="r" rtl="1">
              <a:defRPr sz="1600"/>
            </a:pPr>
            <a:r>
              <a:t>• אכיפה לוגית: בסימולציה ניתן לראות כי ברגע שהקרן חורגת מהאזור הפעיל (display_x מסתיים), המערכת מאלצת את כל ערוצי ה-RGB ל-'0000'.</a:t>
            </a:r>
          </a:p>
          <a:p>
            <a:pPr algn="r" rtl="1">
              <a:defRPr sz="1600"/>
            </a:pPr>
            <a:r>
              <a:t>• התוצאה: שחור מוחלט על המסך באזורי המעבר, מה שמונע 'מריחות' צבע ומאפשר למסך להסתנכרן בצורה חלקה.</a:t>
            </a:r>
          </a:p>
        </p:txBody>
      </p:sp>
      <p:pic>
        <p:nvPicPr>
          <p:cNvPr id="4" name="Picture 3" descr="modelsim_porches_bl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754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המרפסת האחורית (Back Porch)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זמן המתנה (Back Porch): לאחר סיום דופק הסנכרון, המערכת ממתינה 48 מחזורי שעון (1.92us) לייצוב הקרן בתחילת השורה.</a:t>
            </a:r>
          </a:p>
          <a:p>
            <a:pPr algn="r" rtl="1">
              <a:defRPr sz="1600"/>
            </a:pPr>
            <a:r>
              <a:t>• המשך החשכה: בדומה למרפסת הקדמית, ה-RGB מוחזק במכוון על '0000' כדי למנוע זליגות צבע.</a:t>
            </a:r>
          </a:p>
          <a:p>
            <a:pPr algn="r" rtl="1">
              <a:defRPr sz="1600"/>
            </a:pPr>
            <a:r>
              <a:t>• חזרת הצבעים: ברגע שהאות in_display_area עולה ל-'1', רואים בבירור את נתוני ה-RGB האמיתיים מהזיכרון פורצים החוצה ומציירים את הפיקסל הראשון.</a:t>
            </a:r>
          </a:p>
        </p:txBody>
      </p:sp>
      <p:pic>
        <p:nvPicPr>
          <p:cNvPr id="4" name="Picture 3" descr="modelsim_back_p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דופק הסנכרון (Tpw) ווריפיקציה אוטומטית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אות ה-HSYNC: זהו הטריגר הפיזי המורה למסך לבצע Retrace לתחילת השורה הבאה.</a:t>
            </a:r>
          </a:p>
          <a:p>
            <a:pPr algn="r" rtl="1">
              <a:defRPr sz="1600"/>
            </a:pPr>
            <a:r>
              <a:t>• דיוק של מחזור בודד: הצבת סמנים על הדילוג של האות הפיזי מוכיחה רוחב דופק מדויק של 3.84us, השקול ל-96 מחזורי שעון.</a:t>
            </a:r>
          </a:p>
          <a:p>
            <a:pPr algn="r" rtl="1">
              <a:defRPr sz="1600"/>
            </a:pPr>
            <a:r>
              <a:t>• Self-Checking Testbench: מעבר לבדיקה הוויזואלית, סביבת הבדיקה (TB) כוללת מנגנון אוטומטי (Assert) שבודק את רוחב הדופק בזמן ריצה ומתריע על כל חריגה מהתקן.</a:t>
            </a:r>
          </a:p>
        </p:txBody>
      </p:sp>
      <p:pic>
        <p:nvPicPr>
          <p:cNvPr id="4" name="Picture 3" descr="modelsim_sync_pulse_asser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7315200" cy="381134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המעבר לחומרה: מסימולציה ל'קופסה שחורה'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העולם האידיאלי (ModelSim): עד כה בדקנו את הלוגיקה בסביבה וירטואלית. ראינו כל אות ומונה, אך ללא עיכובים פיזיים (Zero Latency).</a:t>
            </a:r>
          </a:p>
          <a:p>
            <a:pPr algn="r" rtl="1">
              <a:defRPr sz="1600"/>
            </a:pPr>
            <a:r>
              <a:t>• המציאות הפיזית (FPGA): לאחר סינתזה וצריבה, הלוגיקה הופכת ל'קופסה שחורה' אטומה. ישנם זמני התפשטות (Propagation delays) של האותות בתוך הסיליקון.</a:t>
            </a:r>
          </a:p>
          <a:p>
            <a:pPr algn="r" rtl="1">
              <a:defRPr sz="1600"/>
            </a:pPr>
            <a:r>
              <a:t>• מגבלת הדיבוג החיצוני: מבחוץ (למשל עם אוסצילוסקופ), ניתן למדוד רק את הפינים הפיזיים (VGA_R/G/B, Sync). אין לנו שום דרך לראות מתי המונה מתאפס או איזו כתובת נשלחת לזיכרון.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657600"/>
            <a:ext cx="3657600" cy="1371600"/>
          </a:xfrm>
          <a:prstGeom prst="round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 b="1">
                <a:solidFill>
                  <a:srgbClr val="FFFFFF"/>
                </a:solidFill>
              </a:defRPr>
            </a:pPr>
            <a:r>
              <a:t>Artix-7 FPGA (קופסה שחורה)</a:t>
            </a:r>
          </a:p>
          <a:p>
            <a:r>
              <a:t>אין גישה לאותות פנימיים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400800" y="393192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6400800" y="448056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384048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פינים בלבד</a:t>
            </a:r>
          </a:p>
          <a:p>
            <a:r>
              <a:t>(RGB, Sync)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דיבוג בתוך הסיליקון: Vivado ILA (קופסה לבנה)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הפתרון ההנדסי: הוספת Integrated Logic Analyzer (ILA) – רכיב חומרה פנימי שדוגם את האותות ומשדר אותם למחשב (בדיקת קופסה לבנה).</a:t>
            </a:r>
          </a:p>
          <a:p>
            <a:pPr algn="r" rtl="1">
              <a:defRPr sz="1600"/>
            </a:pPr>
            <a:r>
              <a:t>• היתרון (מציאות מול תיאוריה): מאפשר לראות את זמני ההשהיה האמיתיים (Latency) שבין שליחת בקשה לזיכרון (addrb) לקבלת הנתון (doutb).</a:t>
            </a:r>
          </a:p>
          <a:p>
            <a:pPr algn="r" rtl="1">
              <a:defRPr sz="1600"/>
            </a:pPr>
            <a:r>
              <a:t>• החיסרון (Trade-off): ה-ILA אינו חינמי. הוא 'גוזל' משאבי חומרה יקרים מהכרטיס (LUTs ו-BRAM) לצורך לוגיקת הדגימה ואגירת הנתונים.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47472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יעד הבדיקה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מגבלת ה'קופסה השחורה'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האות שנדגום ב-ILA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זרימת נתונים ו-Latency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רק את הפיקסל הסופי מתחלף ביציאה.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addrb, doutb, pxl_data_reg (בדיקת צנרת)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מיקום אופקי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לא ניתן לדעת איזה פיקסל משורטט כרגע.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display_x (מונה הפיקסלים)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אכיפת שחור (Blanking)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מסך חשוך, ללא הקשר תזמוני.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in_display_area_delayed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
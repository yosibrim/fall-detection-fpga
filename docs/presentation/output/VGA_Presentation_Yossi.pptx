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(Top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פרוטוקול ותזמונים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הפרוטוקול מבוסס על סריקה קווית (Raster Scan) ואותות סנכרון מדויקים (HSYNC, VSYNC).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שליטה חומרתית ופיזיקה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500"/>
            </a:pPr>
            <a:r>
              <a:t>שעון הפיקסל מנהל את קצב הסריקה של קרן האלקטרונים (Cathode ray) על המסך.</a:t>
            </a:r>
          </a:p>
          <a:p>
            <a:pPr algn="r" rtl="1">
              <a:defRPr sz="15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500"/>
            </a:pPr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מיקום בקר ה-VGA בנתיב 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הבקר מקבל שעון פיקסל (25MHz) מבלוק ניהול השעונים של המערכת.</a:t>
            </a:r>
          </a:p>
          <a:p>
            <a:pPr algn="r" rtl="1">
              <a:defRPr sz="1600"/>
            </a:pPr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
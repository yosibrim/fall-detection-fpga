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843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754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המרפסת האחורית (Back Porch)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זמן המתנה (Back Porch): לאחר סיום דופק הסנכרון, המערכת ממתינה 48 מחזורי שעון (1.92us) לייצוב הקרן בתחילת השורה.</a:t>
            </a:r>
          </a:p>
          <a:p>
            <a:pPr algn="r" rtl="1">
              <a:defRPr sz="1600"/>
            </a:pPr>
            <a:r>
              <a:t>• המשך החשכה: בדומה למרפסת הקדמית, ה-RGB מוחזק במכוון על '0000' כדי למנוע זליגות צבע.</a:t>
            </a:r>
          </a:p>
          <a:p>
            <a:pPr algn="r" rtl="1">
              <a:defRPr sz="1600"/>
            </a:pPr>
            <a:r>
              <a:t>• חזרת הצבעים: ברגע שהאות in_display_area עולה ל-'1', רואים בבירור את נתוני ה-RGB האמיתיים מהזיכרון פורצים החוצה ומציירים את הפיקסל הראשון.</a:t>
            </a:r>
          </a:p>
        </p:txBody>
      </p:sp>
      <p:pic>
        <p:nvPicPr>
          <p:cNvPr id="4" name="Picture 3" descr="modelsim_back_p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7315200" cy="381134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המעבר לחומרה: מסימולציה ל'קופסה שחורה'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העולם האידיאלי (ModelSim): עד כה בדקנו את הלוגיקה בסביבה וירטואלית. ראינו כל אות ומונה, אך ללא עיכובים פיזיים (Zero Latency).</a:t>
            </a:r>
          </a:p>
          <a:p>
            <a:pPr algn="r" rtl="1">
              <a:defRPr sz="1600"/>
            </a:pPr>
            <a:r>
              <a:t>• המציאות הפיזית (FPGA): לאחר סינתזה וצריבה, הלוגיקה הופכת ל'קופסה שחורה' אטומה. ישנם זמני התפשטות (Propagation delays) של האותות בתוך הסיליקון.</a:t>
            </a:r>
          </a:p>
          <a:p>
            <a:pPr algn="r" rtl="1">
              <a:defRPr sz="1600"/>
            </a:pPr>
            <a:r>
              <a:t>• מגבלת הדיבוג החיצוני: מבחוץ (למשל עם אוסצילוסקופ), ניתן למדוד רק את הפינים הפיזיים (VGA_R/G/B, Sync). אין לנו שום דרך לראות מתי המונה מתאפס או איזו כתובת נשלחת לזיכרון.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657600"/>
            <a:ext cx="3657600" cy="1371600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t>Artix-7 FPGA (קופסה שחורה)</a:t>
            </a:r>
          </a:p>
          <a:p>
            <a:r>
              <a:t>אין גישה לאותות פנימיים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400800" y="393192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6400800" y="448056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384048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פינים בלבד</a:t>
            </a:r>
          </a:p>
          <a:p>
            <a:r>
              <a:t>(RGB, Sync)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דיבוג בתוך הסיליקון: Vivado ILA (קופסה לבנה)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הפתרון ההנדסי: הוספת Integrated Logic Analyzer (ILA) – רכיב חומרה פנימי שדוגם את האותות ומשדר אותם למחשב (בדיקת קופסה לבנה).</a:t>
            </a:r>
          </a:p>
          <a:p>
            <a:pPr algn="r" rtl="1">
              <a:defRPr sz="1600"/>
            </a:pPr>
            <a:r>
              <a:t>• היתרון (מציאות מול תיאוריה): מאפשר לראות את זמני ההשהיה האמיתיים (Latency) שבין שליחת בקשה לזיכרון (addrb) לקבלת הנתון (doutb).</a:t>
            </a:r>
          </a:p>
          <a:p>
            <a:pPr algn="r" rtl="1">
              <a:defRPr sz="1600"/>
            </a:pPr>
            <a:r>
              <a:t>• החיסרון (Trade-off): ה-ILA אינו חינמי. הוא 'גוזל' משאבי חומרה יקרים מהכרטיס (LUTs ו-BRAM) לצורך לוגיקת הדגימה ואגירת הנתונים.</a:t>
            </a:r>
          </a:p>
          <a:p>
            <a:pPr algn="r" rtl="1">
              <a:defRPr sz="1600"/>
            </a:pPr>
            <a:r>
              <a:t>• הערת תכן (ModelSim לעומת ILA): בסימולציה התמקדנו ב-display_x (מונה הפיקסלים הפעיל). בחומרה אנו דוגמים את המונה הראשי (hsync_debug המייצג את hsync_reg) הכולל אותו בתוכו, כדי לצפות גם ב-Porches ובדופק הסנכרון בזמן אמת.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4747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האות שנדגום ב-ILA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addrb, doutb, pxl_data_reg (בדיקת צנרת)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hsync_debug (מייצג את hsync_reg)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אכיפת שחור 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מסך חשוך, ללא הקשר תזמוני.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in_display_area_delayed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עלות הדיבוג: ניתוח משאבי חומרה (Trade-offs)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ה-ILA איננו תוכנה: זוהי חומרה פיזית (IP) המסונתזת ונצרבת על הסיליקון לצד לוגיקת התצוגה.</a:t>
            </a:r>
          </a:p>
          <a:p>
            <a:pPr algn="r" rtl="1">
              <a:defRPr sz="1600"/>
            </a:pPr>
            <a:r>
              <a:t>• פרדוקס הגודל: בקר ה-VGA שלנו יעיל מאוד וצורך משאבים אפסיים, בעוד שמערכת הדיבוג (ILA + Debug Hub) דורשת אלפי רכיבים לוגיים.</a:t>
            </a:r>
          </a:p>
          <a:p>
            <a:pPr algn="r" rtl="1">
              <a:defRPr sz="1600"/>
            </a:pPr>
            <a:r>
              <a:t>• מסקנה הנדסית: ה-ILA הוא כלי קריטי לשלבי הפיתוח (R&amp;D), אך יוסר בגרסת הייצור הסופית (Release) כדי לחסוך בשטח סיליקון ובהספק.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0" y="329184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מודול (Module)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BRAM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VGA 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ILA + Debug 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1,732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1.5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Total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105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device_view_with_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3840480" cy="190018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Post-Silicon Validation: מסלול הנתונים בסיליקון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בניגוד לסימולציה האידיאלית (בשקף 16), כאן אנו דוגמים את החומרה הפיזית פועלת בזמן אמת באמצעות ה-ILA.</a:t>
            </a:r>
          </a:p>
          <a:p>
            <a:pPr algn="r" rtl="1">
              <a:defRPr sz="1600"/>
            </a:pPr>
            <a:r>
              <a:t>• השהיית זיכרון (Latency): שימו לב לפער הפיזי - הכתובת 266880 נשלחת (bram_address_reg), אך הנתון 4ea מופיע רק לאחר מכן.</a:t>
            </a:r>
          </a:p>
          <a:p>
            <a:pPr algn="r" rtl="1">
              <a:defRPr sz="1600"/>
            </a:pPr>
            <a:r>
              <a:t>• אכיפת שומר הסף: למרות שהאוגר התמלא, רק בקו הצהוב, כש-in_display_area_delayed עולה ל-'1', נתוני ה-RGB נפרצים החוצה (0 -&gt; 4,e,a).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70C0"/>
                </a:solidFill>
              </a:defRPr>
            </a:pPr>
            <a:r>
              <a:t>[שומר מקום: צילום מסך ILA - ila_hardware_data_path_transition.png]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וריפיקציה: סימולציה (ModelSim) מול סיליקון (ILA)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0584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המעבר מקופסה שחורה ללבנה: נאלצנו להוסיף אטריביוט mark_debug ל-VHDL כדי להורות לסינתזה לשמר חוטים פנימיים למדידה (White-Box).</a:t>
            </a:r>
          </a:p>
          <a:p>
            <a:pPr algn="r" rtl="1">
              <a:defRPr sz="1600"/>
            </a:pPr>
            <a:r>
              <a:t>• הוכחת הפיזיקה: הטבלה מתארת כיצד התיאוריה מהסימולציה תורגמה לתופעות חשמליות/פיזיות בתוך רשת השערים (Netlist) של ה-FPGA.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2103120"/>
          <a:ext cx="8778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83280"/>
              </a:tblGrid>
              <a:tr h="685800"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האות ב-Data Path</a:t>
                      </a:r>
                    </a:p>
                  </a:txBody>
                  <a:tcPr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ModelSim (סביבה וירטואלית)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Vivado ILA (הסיליקון הפיזי)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bram_address_reg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עדכון מתמטי באפס זמן (0ns).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ניתוב פיזי: 19 חוטים שמפעילים את פורט הקריאה בזיכרון ה-BRAM.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doutb (תגובת BRAM)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המידע מופיע מיידית ובקסם.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הוכחת Latency: חשיפת זמן התגובה האמיתי של בלוק החומרה.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pxl_data_reg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השמת משתנה תוכנתית פשוטה.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יציבות חומרה: הפליפ-פלופים דוגמים את doutb כראוי למרות ההשהיה.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in_display_area_dly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דגל בוליאני (True/False).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פיקוד פיזי (Select Line) שכופה ניתוב על המרבבים (MUX) בסיליקון.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vga_r/g/b_int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מחרוזות תווים וירטואליות.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אכיפה חשמלית: חיווט הפינים לאדמה (GND) למניעת זליגות צבע אנלוגיות.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
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מרחב התצוגה: צלילה לערכי ה-Horizontal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אזור פעיל (640 פיקסלים): המידע האקטיבי. תקן ה-VGA מקצה בדיוק 640 מחזורי שעון לציור השורה בפועל.</a:t>
            </a:r>
          </a:p>
          <a:p>
            <a:pPr algn="r" rtl="1">
              <a:defRPr sz="1600"/>
            </a:pPr>
            <a:r>
              <a:t>• שוליים וסנכרון (Front 16, Sync 96, Back 48): זמנים אלו נועדו במקור כדי לאפשר לקרן האלקטרונים (CRT) לכבות ולחזור שמאלה.</a:t>
            </a:r>
          </a:p>
          <a:p>
            <a:pPr algn="r" rtl="1">
              <a:defRPr sz="1600"/>
            </a:pPr>
            <a:r>
              <a:t>• למה זה נדרש כיום? במסכי LCD/LED מודרניים אין קרן פיזית, אך הבקרים עדיין דורשים את 'הזמנים המתים' הללו (Blanking).</a:t>
            </a:r>
          </a:p>
          <a:p>
            <a:pPr algn="r" rtl="1">
              <a:defRPr sz="1600"/>
            </a:pPr>
            <a:r>
              <a:t>• תאימות תקן (VESA): שמירה על תזמונים אלו היא קריטית. ללא הדיליי המדויק הזה, המסך לא יסתנכרן ויציג שגיאת 'No Signal'.</a:t>
            </a:r>
          </a:p>
        </p:txBody>
      </p:sp>
      <p:pic>
        <p:nvPicPr>
          <p:cNvPr id="4" name="Picture 3" descr="vga_active_vs_blanking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6874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עומק הנדסי: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סיכום תיאורטי: לקראת ארכיטקטורת החומרה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האתגר הפיזיקלי: ראינו שהמסך החיצוני דורש תזמונים מדויקים ונוקשים (Sync, Blanking) והמרת צבע רציפה (DAC) כדי לפעול כראוי.</a:t>
            </a:r>
          </a:p>
          <a:p>
            <a:pPr algn="r" rtl="1">
              <a:defRPr sz="1600"/>
            </a:pPr>
            <a:r>
              <a:t>• המעבר פנימה (FPGA): כדי לייצר את האותות הללו בזמן אמת ובאמינות מוחלטת, אנו נכנסים אל תוך הלוגיקה הדיגיטלית (RTL) על הכרטיס.</a:t>
            </a:r>
          </a:p>
          <a:p>
            <a:pPr algn="r" rtl="1">
              <a:defRPr sz="1600"/>
            </a:pPr>
            <a:r>
              <a:t>• תפקיד ה-VGA Controller: זהו רכיב הגישור הסופי במערכת. הוא שואב נתונים מהזיכרון הפנימי ומתרגם אותם לאותות הפיזיים שהמסך דורש.</a:t>
            </a:r>
          </a:p>
          <a:p>
            <a:pPr algn="r" rtl="1">
              <a:defRPr sz="1600"/>
            </a:pPr>
            <a:r>
              <a:t>• התחנה הבאה: נמפה את האקו-סיסטם על הכרטיס (שעונים, מצלמה, חוצץ זיכרון) ולאחר מכן נצלול פנימה אל הלוגיקה של בקר ה-VGA עצמו.</a:t>
            </a:r>
          </a:p>
        </p:txBody>
      </p:sp>
      <p:pic>
        <p:nvPicPr>
          <p:cNvPr id="4" name="Picture 3" descr="vga_fpga_to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91840"/>
            <a:ext cx="4572000" cy="25028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מבט-על: זרימת נתונים ותחומי שעון (RTL)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מחולל שעונים (clk_generator): רכיב PLL המקבל שעון מערכת ומפיק שעון 25MHz נפרד ל-VGA ושעון ייעודי למצלמה.</a:t>
            </a:r>
          </a:p>
          <a:p>
            <a:pPr algn="r" rtl="1">
              <a:defRPr sz="1600"/>
            </a:pPr>
            <a:r>
              <a:t>• גישור חציית שעונים (CDC): זיכרון ה-BRAM (בתצורת Dual-Port) פועל כחוצץ בטוח בין קצב הכתיבה לקצב הקריאה.</a:t>
            </a:r>
          </a:p>
          <a:p>
            <a:pPr algn="r" rtl="1">
              <a:defRPr sz="1600"/>
            </a:pPr>
            <a:r>
              <a:t>• תחום אדום (Camera Domain): קליטת הפיקסלים מהמצלמה (ov7670_capture) ודחיפתם לפורט A של הזיכרון (clka).</a:t>
            </a:r>
          </a:p>
          <a:p>
            <a:pPr algn="r" rtl="1">
              <a:defRPr sz="1600"/>
            </a:pPr>
            <a:r>
              <a:t>• תחום כחול (VGA Domain): המיקוד שלנו – שליפת הפיקסלים מפורט B (clkb) על ידי בקר ה-VGA וייצור אותות התצוגה.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0"/>
            <a:ext cx="8229600" cy="43427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926080"/>
            <a:ext cx="3657600" cy="347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3440" y="2926080"/>
            <a:ext cx="3657600" cy="3474720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ניהול שעונים במערכת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שעון (System Clock): כניסת clk מקבלת את שעון הלוח המקורי (100MHz) ומזינה את ה-PLL (clk_wiz_0).</a:t>
            </a:r>
          </a:p>
          <a:p>
            <a:pPr algn="r" rtl="1">
              <a:defRPr sz="1600"/>
            </a:pPr>
            <a:r>
              <a:t>• שעון תצוגה (vga_pll): ה-PLL מפיק תדר של 25MHz המזין את בקר ה-VGA (pxl_clk) ואת פורט הקריאה (clkb) ב-BRAM.</a:t>
            </a:r>
          </a:p>
          <a:p>
            <a:pPr algn="r" rtl="1">
              <a:defRPr sz="1600"/>
            </a:pPr>
            <a:r>
              <a:t>• שעון מצלמה (xclk_pll): הפקת שעון ייעודי של 24MHz (xclk_ov7670) המנותב החוצה לסנכרון רכיב המצלמה.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2376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זיכרון ה-BRAM: חוצץ התמונה 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תצורת Dual-Port: הפרדה מוחלטת לחומרת כתיבה (A) וקריאה (B). זהו הפתרון שלנו ל-CDC (חציית תחומי שעון) המונע התנגשויות נתונים.</a:t>
            </a:r>
          </a:p>
          <a:p>
            <a:pPr algn="r" rtl="1">
              <a:defRPr sz="1600"/>
            </a:pPr>
            <a:r>
              <a:t>• שעונים א-סינכרוניים: הכתיבה (clka) מתבצעת בתדר המערכת (100MHz), בעוד הקריאה למסך (clkb) מונעת בלעדית על ידי שעון ה-VGA שלנו (25MHz).</a:t>
            </a:r>
          </a:p>
          <a:p>
            <a:pPr algn="r" rtl="1">
              <a:defRPr sz="1600"/>
            </a:pPr>
            <a:r>
              <a:t>• ממדי הזיכרון (307,200x12): הזיכרון מוקצה במדויק להכיל 307,200 פיקסלים (רזולוציה של 640x480).</a:t>
            </a:r>
          </a:p>
          <a:p>
            <a:pPr algn="r" rtl="1">
              <a:defRPr sz="1600"/>
            </a:pPr>
            <a:r>
              <a:t>• תפוקת הנתונים: האות doutb משחרר 12 ביט של צבע (RGB) בכל מחזור שעון (25MHz) ישירות לבקר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21416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המצלמה: מהעולם הפיזי אל הזיכרון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הגשר הפיזי (XCLK מול PCLK): ה-FPGA מפיק 24MHz (XCLK) החוצה להפעלת המצלמה. בתגובה, המצלמה משדרת חזרה פיקסלים יחד עם שעון סנכרון עצמאי משלה (PCLK).</a:t>
            </a:r>
          </a:p>
          <a:p>
            <a:pPr algn="r" rtl="1">
              <a:defRPr sz="1600"/>
            </a:pPr>
            <a:r>
              <a:t>• לכידת הנתונים: רכיב ה-ov7670_capture רץ בתדר המערכת (100MHz) המאפשר דגימה מהירה ובטוחה של ה-PCLK ואסיפת 12 ביט של צבע.</a:t>
            </a:r>
          </a:p>
          <a:p>
            <a:pPr algn="r" rtl="1">
              <a:defRPr sz="1600"/>
            </a:pPr>
            <a:r>
              <a:t>• כתיבה לזיכרון: הבלוק מייצר את הכתובת (addra), המידע (dina), ודגל הכתיבה (wea) ודוחף אותם לפורט A של ה-BRAM.</a:t>
            </a:r>
          </a:p>
        </p:txBody>
      </p:sp>
      <p:pic>
        <p:nvPicPr>
          <p:cNvPr id="4" name="Picture 3" descr="camera_capture_flow.p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59142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הזיכרון (BRAM): ממדים וסנכרון נתונים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תרגום קואורדינטות: הכתובת לזיכרון (addrb באורך 19 ביט) מחושבת מתמטית לפי המיקום באזור הפעיל: Y * 640 + X.</a:t>
            </a:r>
          </a:p>
          <a:p>
            <a:pPr algn="r" rtl="1">
              <a:defRPr sz="1600"/>
            </a:pPr>
            <a:r>
              <a:t>• מנגנון ה-Pipeline (עיכוב מכוון): לזיכרון ה-BRAM יש זמן תגובה. הקוד רושם את הנתון הנכנס (doutb) לתוך אוגר פנימי (pxl_data_reg) בעליית השעון הבאה.</a:t>
            </a:r>
          </a:p>
          <a:p>
            <a:pPr algn="r" rtl="1">
              <a:defRPr sz="1600"/>
            </a:pPr>
            <a:r>
              <a:t>• סנכרון שומר הסף: כדי לפצות על השהיית הזיכרון, דגל אזור התצוגה (in_display_area) מושהה גם הוא במחזור שעון אחד (ל-in_display_area_delayed).</a:t>
            </a:r>
          </a:p>
          <a:p>
            <a:pPr algn="r" rtl="1">
              <a:defRPr sz="1600"/>
            </a:pPr>
            <a:r>
              <a:t>• ניתוב דיגיטלי (Mux): רק כאשר הדגל המושהה דולק, 12 הביטים מפוצלים ומנותבים ליציאות VGA_R, VGA_G ו-VGA_B (4 ביטים לצבע).</a:t>
            </a:r>
          </a:p>
        </p:txBody>
      </p:sp>
      <p:pic>
        <p:nvPicPr>
          <p:cNvPr id="4" name="Picture 3" descr="vga_address_logic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657600"/>
            <a:ext cx="4572000" cy="44871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אימות מסלול הנתונים: VGA Controller ↔ BRAM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מטרת הסימולציה: הוכחת לחיצת היד (Handshake) שבין בקשת הכתובת (addrb) לקבלת נתוני הפיקסל (doutb).</a:t>
            </a:r>
          </a:p>
          <a:p>
            <a:pPr algn="r" rtl="1">
              <a:defRPr sz="1600"/>
            </a:pPr>
            <a:r>
              <a:t>• דגימה בזמן אמת: ניתן לראות בבירור כיצד הכתובת עולה, ולאחר מחזור שעון, המידע מופיע ב-pxl_data_reg.</a:t>
            </a:r>
          </a:p>
          <a:p>
            <a:pPr algn="r" rtl="1">
              <a:defRPr sz="1600"/>
            </a:pPr>
            <a:r>
              <a:t>• מניעת זבל ויזואלי: הסימולציה מוכיחה שבמעבר ל-Blanking (סוף שורה), יציאות ה-RGB נחתכות ל-0 מיידית, למרות שהזיכרון עדיין פולט מידע ישן.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411480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0070C0"/>
                </a:solidFill>
              </a:defRPr>
            </a:pPr>
            <a:r>
              <a:t>[שומר מקום: כאן תיכנס תמונת ה-Waveform של זרימת הנתונים]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
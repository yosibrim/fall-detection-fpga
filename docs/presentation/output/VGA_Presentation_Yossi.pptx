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Post-Silicon Validation: מסלול הנתונים בסיליקון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בניגוד לסימולציה האידיאלית (בשקף 16), כאן אנו דוגמים את החומרה הפיזית פועלת בזמן אמת באמצעות ה-ILA.</a:t>
            </a:r>
          </a:p>
          <a:p>
            <a:pPr algn="r" rtl="1">
              <a:defRPr sz="1600"/>
            </a:pPr>
            <a:r>
              <a:t>• השהיית זיכרון (Latency): שימו לב לפער הפיזי - הכתובת 266880 נשלחת (bram_address_reg), אך הנתון 4ea מופיע רק לאחר מכן.</a:t>
            </a:r>
          </a:p>
          <a:p>
            <a:pPr algn="r" rtl="1">
              <a:defRPr sz="1600"/>
            </a:pPr>
            <a:r>
              <a:t>• אכיפת שומר הסף: למרות שהאוגר התמלא, רק בקו הצהוב, כש-in_display_area_delayed עולה ל-'1', נתוני ה-RGB נפרצים החוצה (0 -&gt; 4,e,a).</a:t>
            </a:r>
          </a:p>
        </p:txBody>
      </p:sp>
      <p:pic>
        <p:nvPicPr>
          <p:cNvPr id="4" name="Picture 3" descr="ila_hardware_data_path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8229600" cy="418479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וריפיקציה: סימולציה (ModelSim) מול סיליקון (ILA)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05840"/>
            <a:ext cx="8686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המעבר מקופסה שחורה ללבנה: נאלצנו להוסיף אטריביוט mark_debug ל-VHDL כדי להורות לסינתזה לשמר חוטים פנימיים למדידה (White-Box).</a:t>
            </a:r>
          </a:p>
          <a:p>
            <a:pPr algn="r" rtl="1">
              <a:defRPr sz="1600"/>
            </a:pPr>
            <a:r>
              <a:t>• הוכחת הפיזיקה: הטבלה מתארת כיצד התיאוריה מהסימולציה תורגמה לתופעות חשמליות/פיזיות בתוך רשת השערים (Netlist) של ה-FPGA.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2103120"/>
          <a:ext cx="8778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83280"/>
              </a:tblGrid>
              <a:tr h="685800"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האות ב-Data Path</a:t>
                      </a:r>
                    </a:p>
                  </a:txBody>
                  <a:tcPr>
                    <a:solidFill>
                      <a:srgbClr val="28282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ModelSim (סביבה וירטואלית)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Vivado ILA (הסיליקון הפיזי)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bram_address_reg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עדכון מתמטי באפס זמן (0ns).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ניתוב פיזי: 19 חוטים שמפעילים את פורט הקריאה בזיכרון ה-BRAM.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doutb (תגובת BRAM)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המידע מופיע מיידית ובקסם.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הוכחת Latency: חשיפת זמן התגובה האמיתי של בלוק החומרה.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pxl_data_reg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השמת משתנה תוכנתית פשוטה.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יציבות חומרה: הפליפ-פלופים דוגמים את doutb כראוי למרות ההשהיה.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in_display_area_dly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דגל בוליאני (True/False).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פיקוד פיזי (Select Line) שכופה ניתוב על המרבבים (MUX) בסיליקון.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300" b="1"/>
                      </a:pPr>
                      <a:r>
                        <a:t>vga_r/g/b_int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מחרוזות תווים וירטואליות.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300"/>
                      </a:pPr>
                      <a:r>
                        <a:t>אכיפה חשמלית: חיווט הפינים לאדמה (GND) למניעת זליגות צבע אנלוגיות.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
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אזור פעיל מול זמני החשכה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(Active Region): החלק במרכז המסך שבו משודרים נתוני התמונה בפועל (כגון 640x480).</a:t>
            </a:r>
          </a:p>
          <a:p>
            <a:pPr algn="r" rtl="1">
              <a:defRPr sz="1600"/>
            </a:pPr>
            <a:r>
              <a:t>• זמני השהייה (Front/Back Porch): 'שוליים' של זמן שנועדו לייצב את האות לפני ואחרי הסנכרון.</a:t>
            </a:r>
          </a:p>
          <a:p>
            <a:pPr algn="r" rtl="1">
              <a:defRPr sz="1600"/>
            </a:pPr>
            <a:r>
              <a:t>• זמן סנכרון (Sync Pulse): פקודה פיזית למסך להחזיר את הקרן אחורה. בזמן זה הקרן חייבת להיות מוחשכת (Blanking).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מוני ה-horizontal וה-vertical מנוהלים על ידי שעון 25 MHz ומחשבים את מיקום הקרן. בזמני ה-porch וה-sync pulse, היציאות נדחפות ל-0000 כדי לאפשר את חזרת הקרן (blanking).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37744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
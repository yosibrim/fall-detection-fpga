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מרחב התצוגה: צלילה לערכי ה-Horizontal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אזור פעיל (640 פיקסלים): המידע האקטיבי. תקן ה-VGA מקצה בדיוק 640 מחזורי שעון לציור השורה בפועל.</a:t>
            </a:r>
          </a:p>
          <a:p>
            <a:pPr algn="r" rtl="1">
              <a:defRPr sz="1600"/>
            </a:pPr>
            <a:r>
              <a:t>• שוליים וסנכרון (Front 16, Sync 96, Back 48): זמנים אלו נועדו במקור כדי לאפשר לקרן האלקטרונים (CRT) לכבות ולחזור שמאלה.</a:t>
            </a:r>
          </a:p>
          <a:p>
            <a:pPr algn="r" rtl="1">
              <a:defRPr sz="1600"/>
            </a:pPr>
            <a:r>
              <a:t>• למה זה נדרש כיום? במסכי LCD/LED מודרניים אין קרן פיזית, אך הבקרים עדיין דורשים את 'הזמנים המתים' הללו (Blanking).</a:t>
            </a:r>
          </a:p>
          <a:p>
            <a:pPr algn="r" rtl="1">
              <a:defRPr sz="1600"/>
            </a:pPr>
            <a:r>
              <a:t>• תאימות תקן (VESA): שמירה על תזמונים אלו היא קריטית. ללא הדיליי המדויק הזה, המסך לא יסתנכרן ויציג שגיאת 'No Signal'.</a:t>
            </a:r>
          </a:p>
        </p:txBody>
      </p:sp>
      <p:pic>
        <p:nvPicPr>
          <p:cNvPr id="4" name="Picture 3" descr="vga_active_vs_blanking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6874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עומק הנדסי: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2141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429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
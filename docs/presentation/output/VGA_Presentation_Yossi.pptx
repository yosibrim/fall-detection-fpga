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ctr"/>
            <a:r>
              <a:t>פיתוח מערכת מבוססת FPGA להתראת נפילה לחולי דמנציה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2000"/>
            </a:pPr>
            <a:r>
              <a:t>קליטת תמונה בזמן אמת ממצלמת OV7670 והצגתה דרך כרטיס Artix-7.</a:t>
            </a:r>
          </a:p>
          <a:p>
            <a:pPr algn="ctr" rtl="1">
              <a:defRPr sz="1700"/>
            </a:pPr>
            <a:r>
              <a:t>על מנת לאפשר עיבוד תמונה לזיהויי עמידה ממושכת לחולי דמנציה.</a:t>
            </a:r>
          </a:p>
        </p:txBody>
      </p:sp>
      <p:pic>
        <p:nvPicPr>
          <p:cNvPr id="4" name="Picture 3" descr="artix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4572000" cy="3400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2200" b="1"/>
            </a:pPr>
            <a:r>
              <a:t>מגיש: יוסי ברים | הנדסת חשמל שנה ד| המרכז האקדמי לב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t>ארכיטקטורת המערכת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 rtl="1">
              <a:defRPr sz="1800"/>
            </a:pPr>
            <a:r>
              <a:t>נתוני התמונה הגולמיים נקלטים מהמצלמה ונאגרים בזיכרון ה-BRAM.</a:t>
            </a:r>
          </a:p>
          <a:p>
            <a:pPr algn="r" rtl="1">
              <a:defRPr sz="1800"/>
            </a:pPr>
            <a:r>
              <a:t>בקר ה-VGA שולף את הנתונים ומעביר לממיר D to A לקבלת אות אנלוגי פיזי למסך.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194560"/>
            <a:ext cx="2011680" cy="16459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defRPr>
                <a:solidFill>
                  <a:srgbClr val="FFFFFF"/>
                </a:solidFill>
              </a:defRPr>
            </a:pPr>
            <a:r>
              <a:t>מערכת התראת נפילה</a:t>
            </a:r>
            <a:br/>
            <a:r>
              <a:t>מבוסס FPGA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/>
            </a:pPr>
            <a:r>
              <a:t>Inputs:</a:t>
            </a:r>
            <a:br/>
            <a:r>
              <a:t>clk, reset</a:t>
            </a:r>
            <a:br/>
            <a:r>
              <a:t>ov7670_vsync, href, pclk</a:t>
            </a:r>
            <a:br/>
            <a:r>
              <a:t>ov7670_data[7:0]</a:t>
            </a:r>
            <a:br/>
            <a:r>
              <a:t>btn[1:0], sw[1:0]</a:t>
            </a:r>
            <a:br/>
            <a:r>
              <a:t>scl, sda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834640"/>
            <a:ext cx="54864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Outputs:</a:t>
            </a:r>
            <a:br/>
            <a:r>
              <a:t>VGA_HS_O, VGA_VS_O</a:t>
            </a:r>
            <a:br/>
            <a:r>
              <a:t>VGA_R[3:0], G[3:0], B[3:0]</a:t>
            </a:r>
            <a:br/>
            <a:r>
              <a:t>ov7670_xclk, pwdn, reset</a:t>
            </a:r>
            <a:br/>
            <a:r>
              <a:t>led[3:0]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2834640"/>
            <a:ext cx="54864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ov7670_capture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502920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frame_buffer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502920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vga_controller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26480" y="5029200"/>
            <a:ext cx="45720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4754880"/>
            <a:ext cx="1554480" cy="73152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 to A Converter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ctr"/>
            <a:r>
              <a:t>מהו פרוטוקול VGA?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>
              <a:defRPr sz="1600"/>
            </a:pPr>
            <a:r>
              <a:t>הפרוטוקול מבוסס על סריקה קווית (raster scan) משמאל לימין ומלמעלה למטה.</a:t>
            </a:r>
            <a:br/>
            <a:r>
              <a:t>נתוני הצבע משודרים אך ורק באזור הפעיל (active video) ומלווים באותות סינכרון.</a:t>
            </a:r>
          </a:p>
        </p:txBody>
      </p:sp>
      <p:pic>
        <p:nvPicPr>
          <p:cNvPr id="4" name="Picture 3" descr="vga_raster_scan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5486400" cy="5373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ctr"/>
            <a:r>
              <a:t>ממשק ה-VGA:</a:t>
            </a:r>
          </a:p>
          <a:p>
            <a:r>
              <a:t>מהלוגיקה האנלוגית לדיגיטלית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 rtl="1">
              <a:defRPr sz="1800"/>
            </a:pPr>
            <a:r>
              <a:t>• שעון הפיקסל מנהל את קצב הסריקה של קרן האלקטרונים על המסך.</a:t>
            </a:r>
          </a:p>
          <a:p>
            <a:pPr algn="r" rtl="1">
              <a:defRPr sz="1800"/>
            </a:pPr>
            <a:r>
              <a:t>• אותות הסנכרון שולטים בסלילי ההטיה המכוונים את מיקום הקרן.</a:t>
            </a:r>
          </a:p>
          <a:p>
            <a:pPr algn="r" rtl="1">
              <a:defRPr sz="1800"/>
            </a:pPr>
            <a:r>
              <a:t>• באזור תצוגה פעיל, הלוגיקה משחררת את נתוני ה-RGB לתותחי האלקטרונים.</a:t>
            </a:r>
          </a:p>
        </p:txBody>
      </p:sp>
      <p:pic>
        <p:nvPicPr>
          <p:cNvPr id="4" name="Picture 3" descr="vga_analog_cathode_ray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4114800" cy="32722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t>מקרה בוחן 1: תזמון ירידת שורה (Horizontal Blanking)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 rtl="1">
              <a:defRPr sz="1600"/>
            </a:pPr>
            <a:r>
              <a:t>ניהול המונים (Horizontal/Vertical) ושליטה במנגנון ההחשכה (Blanking) לחזרת הקרן.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t>מקרה בוחן 2: מ-RGB דיגיטלי ליציאה אנלוגית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 rtl="1">
              <a:defRPr sz="1600"/>
            </a:pPr>
            <a:r>
              <a:t>המרת 12 ביטים של צבע (RGB) למתח פיזי רציף באמצעות רשת נגדים (DAC) ומחבר ה-VGA.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
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מהו פרוטוקול VGA?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>
              <a:defRPr sz="1600"/>
            </a:pPr>
            <a:r>
              <a:t>הפרוטוקול מבוסס על סריקה קווית (raster scan) משמאל לימין ומלמעלה למטה.</a:t>
            </a:r>
            <a:br/>
            <a:r>
              <a:t>נתוני הצבע משודרים אך ורק באזור הפעיל (active video) ומלווים באותות סינכרון.</a:t>
            </a:r>
          </a:p>
        </p:txBody>
      </p:sp>
      <p:pic>
        <p:nvPicPr>
          <p:cNvPr id="4" name="Picture 3" descr="vga_raster_scan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743200"/>
            <a:ext cx="5486400" cy="5373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</a:t>
            </a:r>
          </a:p>
          <a:p>
            <a:r>
              <a:t>מהלוגיקה האנלוגית לדיגיטלית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• שעון הפיקסל מנהל את קצב הסריקה של קרן האלקטרונים על המסך.</a:t>
            </a:r>
          </a:p>
          <a:p>
            <a:pPr algn="r" rtl="1">
              <a:defRPr sz="1800"/>
            </a:pPr>
            <a:r>
              <a:t>• אותות הסנכרון שולטים בסלילי ההטיה המכוונים את מיקום הקרן.</a:t>
            </a:r>
          </a:p>
          <a:p>
            <a:pPr algn="r" rtl="1">
              <a:defRPr sz="1800"/>
            </a:pPr>
            <a:r>
              <a:t>• באזור תצוגה פעיל, הלוגיקה משחררת את נתוני ה-RGB לתותחי האלקטרונים.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114800" cy="32722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תזמונים ורזולוציה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000"/>
              </a:spcAft>
              <a:defRPr sz="1600"/>
            </a:pPr>
            <a:r>
              <a:t>• עבודה ברזולוציה סטנדרטית של 640 על 480 פיקסלים בקצב של 60 הרץ.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דורש שעון פיקסל (Pixel Clock) מדויק בתדר של 25.175 מגה-הרץ.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חלוקת מרחב התצוגה לאזור פעיל (Active Region) ואזורי השהייה (Front/Back Porch ו-Sync).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3840480" cy="309743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מונים וסריקה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000"/>
              </a:spcAft>
              <a:defRPr sz="1600"/>
            </a:pPr>
            <a:r>
              <a:t>• תנועת זיגזג: סריקה מהירה משמאל לימין (Horizontal Retrace) שורה אחר שורה.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מונה אופקי סופר 800 מחזורים (640 פעילים + 160 להחשכה וסנכרון).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מונה אנכית סופר 521 שורות (480 פעילות), ובסיומן מבצע Vertical Retrace חזרה לראש המסך.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3840480" cy="31128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ארכיטקטורה וניהול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000"/>
              </a:spcAft>
              <a:defRPr sz="1600"/>
            </a:pPr>
            <a:r>
              <a:t>• הפרדת רשויות: רכיב ה-vga_sync מנהל את שעוני הסנכרון והכתובת (Pixel X/Y).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מנגנון ההשתקה (Blanking): מחוץ לאזור הפעיל, ערכי ה-RGB מאולצים להתאפס (שחור מוחלט).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שליפת נתונים מותנית: זיכרון ה-BRAM משחרר פיקסלים אך ורק כשהקרן נמצאת באזור המורשה.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3840480" cy="210240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 סימולציה ומימוש מעשי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spcAft>
                <a:spcPts val="1000"/>
              </a:spcAft>
              <a:defRPr sz="1600"/>
            </a:pPr>
            <a:r>
              <a:t>• מימוש מעגל המונים (Horiz &amp; Vert) עם חיווט מלא של הפרמטרים התקניים.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בקרת אותות ה-HSYNC, VSYNC וערוצי הצבע (R, G, B).</a:t>
            </a:r>
          </a:p>
          <a:p>
            <a:pPr algn="r" rtl="1">
              <a:spcAft>
                <a:spcPts val="1000"/>
              </a:spcAft>
              <a:defRPr sz="1600"/>
            </a:pPr>
            <a:r>
              <a:t>• הצגת תבנית בדיקה ויזואלית המוכיח סנכרון מושלם ותדר שעון יציב ברזולוציית היעד.</a:t>
            </a:r>
          </a:p>
        </p:txBody>
      </p:sp>
      <p:pic>
        <p:nvPicPr>
          <p:cNvPr id="4" name="Picture 3" descr="vga_counters_logic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3840480" cy="15066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
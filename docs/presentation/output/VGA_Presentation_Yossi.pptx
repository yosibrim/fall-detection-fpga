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</a:defRPr>
            </a:pPr>
            <a:r>
              <a:t>פיתוח מערכת מבוססת FPGA להתראות נפילה לחולי דמנציה</a:t>
            </a:r>
          </a:p>
          <a:p>
            <a:pPr algn="ctr">
              <a:spcBef>
                <a:spcPts val="800"/>
              </a:spcBef>
              <a:defRPr sz="1600">
                <a:solidFill>
                  <a:srgbClr val="475569"/>
                </a:solidFill>
              </a:defRPr>
            </a:pPr>
            <a:r>
              <a:t>קליטת תמונה בזמן אמת ממצלמת OV7670 והצגתה דרך כרטיס ARTIX A7</a:t>
            </a:r>
            <a:br/>
            <a:r>
              <a:t>על מנת לאפשר עיבוד תמונה לזיהוי עמידה ממושכת לחולי דמנציה</a:t>
            </a:r>
          </a:p>
        </p:txBody>
      </p:sp>
      <p:pic>
        <p:nvPicPr>
          <p:cNvPr id="3" name="Picture 2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286000"/>
            <a:ext cx="4572000" cy="34005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48640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מגיש: יוסי ברים  |  הנדסת חשמל שנה ד  | 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ארכיטקטורת המערכת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נתוני התמונה הגולמיים נקלטים מהמצלמה ונאגרים בזיכרון ה-BRAM.</a:t>
            </a:r>
          </a:p>
          <a:p>
            <a:r>
              <a:t>בקר ה-VGA שולף את הנתונים ומעביר לממיר D to A לקבלת אות אנלוגי פיזי למסך.</a:t>
            </a:r>
          </a:p>
          <a:p>
            <a:pPr/>
            <a:r>
              <a:t>מערכת התראת נפילה (Top Level):</a:t>
            </a:r>
          </a:p>
          <a:p>
            <a:r>
              <a:t>Inputs: clk, reset, ov7670_vsync, href, pclk, ov7670_data[7:0], btn[1:0], sw[1:0], scl, sda</a:t>
            </a:r>
          </a:p>
          <a:p>
            <a:r>
              <a:t>Outputs: VGA_HS_O, VGA_VS_O, VGA_R[3:0], G[3:0], B[3:0], ov7670_xclk, pwdn, reset, led[3:0]</a:t>
            </a:r>
          </a:p>
          <a:p>
            <a:r>
              <a:t>מודולים פנימיים: ov7670_capture, frame_buffer, vga_controller, 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ממשק ה-VGA: פרוטוקול ותזמונים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הפרוטוקול מבוסס על סריקה קווית (Raster Scan) ואותות סנכרון מדויקים (HSYNC, VSYNC).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ממשק ה-VGA: שליטה חומרתית ופיזיקה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שעון הפיקסל מנהל את קצב הסריקה של קרן האלקטרונים (Cathode ray) על המסך.</a:t>
            </a:r>
          </a:p>
          <a:p>
            <a:r>
              <a:t>אותות הסנכרון שולטים בסלילי ההטיה המכוונים את מיקום הקרן.</a:t>
            </a:r>
          </a:p>
          <a:p>
            <a:r>
              <a:t>באזור תצוגה פעיל, הלוגיקה משחררת את נתוני ה-RGB לתותחי האלקטרונים (Electron guns).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ממשק ה-VGA: מיקום בקר ה-VGA בנתיב הנתונים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הבקר מקבל שעון פיקסל (25MHz) מבלוק ניהול השעונים של המערכת.</a:t>
            </a:r>
          </a:p>
          <a:p>
            <a:r>
              <a:t>המימוש הלוגי מחשב ומשדר כתובת (addrb) כדי לשלוף נתונים (doutb) ישירות מזיכרון ה-BRAM.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מקרה בוחן 1: תזמון ירידת שורה (Horizontal Blanking)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מקרה בוחן 2: מ-RGB דיגיטלי ליציאה אנלוגית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
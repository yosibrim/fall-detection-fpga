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מהו פרוטוקול VGA?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>
              <a:defRPr sz="1600"/>
            </a:pPr>
            <a:r>
              <a:t>הפרוטוקול מבוסס על סריקה קווית (raster scan) משמאל לימין ומלמעלה למטה.</a:t>
            </a:r>
            <a:br/>
            <a:r>
              <a:t>נתוני הצבע משודרים אך ורק באזור הפעיל (active video) ומלווים באותות סינכרון.</a:t>
            </a:r>
          </a:p>
        </p:txBody>
      </p:sp>
      <p:pic>
        <p:nvPicPr>
          <p:cNvPr id="4" name="Picture 3" descr="vga_raster_scan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743200"/>
            <a:ext cx="5486400" cy="53738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ממשק ה-VGA: שליטה חומרתית ופיזיקה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500"/>
            </a:pPr>
            <a:r>
              <a:t>שעון הפיקסל מנהל את קצב הסריקה של קרן האלקטרונים (Cathode ray) על המסך.</a:t>
            </a:r>
          </a:p>
          <a:p>
            <a:pPr algn="r" rtl="1">
              <a:defRPr sz="1500"/>
            </a:pPr>
            <a:r>
              <a:t>אותות הסנכרון שולטים בסלילי ההטיה המכוונים את מיקום הקרן.</a:t>
            </a:r>
          </a:p>
          <a:p>
            <a:pPr algn="r" rtl="1">
              <a:defRPr sz="1500"/>
            </a:pPr>
            <a:r>
              <a:t>באזור תצוגה פעיל, הלוגיקה משחררת את נתוני ה-RGB לתותחי האלקטרונים (Electron guns).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ממשק ה-VGA: מיקום בקר ה-VGA בנתיב הנתונים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הבקר מקבל שעון פיקסל (25MHz) מבלוק ניהול השעונים של המערכת.</a:t>
            </a:r>
          </a:p>
          <a:p>
            <a:pPr algn="r" rtl="1">
              <a:defRPr sz="1600"/>
            </a:pPr>
            <a:r>
              <a:t>המימוש הלוגי מחשב ומשדר כתובת (addrb) כדי לשלוף נתונים (doutb) ישירות מזיכרון ה-BRAM.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1: תזמון ירידת שורה (Horizontal Blanking)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ניהול המונים (Horizontal/Vertical) ושליטה במנגנון ההחשכה (Blanking) לחזרת הקרן.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2: מ-RGB דיגיטלי ליציאה אנלוגית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המרת 12 ביטים של צבע (RGB) למתח פיזי רציף באמצעות רשת נגדים (DAC) ומחבר ה-VGA.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